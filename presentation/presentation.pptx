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Здравейте. Аз съм Даниел Стефанов и днес ще ви представя моя курсов проект — CryptoSim.
Това е симулатор за търговия с криптовалути, написан на Node.js и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Накратко — потребителят се регистрира, получава виртуални 10 000 долара и може да
"купува" и "продава" реални криптовалути по реални борсови цени, но без да рискува
реални пари. Целта е обучителна.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Цялото приложение е написано на TypeScript. Backend-ът е Express + Socket.IO, а
персистенцията се случва през Prisma към PostgreSQL. Цените идват от Kraken — на
живо през WebSocket, а историята за отчетите се сваля при поискване от REST
endpoint-а за OHLC свещи.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Архитектурата е класически SPA + REST API + real-time канал. Имам два Socket.IO
namespace-а: публичен — за топ-3 цени, които виждат и неавтентикираните; и частен —
който изисква JWT при ръкостискане и поставя сокета в стая, специфична за
потребителя, по която изпращам alert-ите.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Всяка сделка е една транзакция. Първо взимам user-row lock при SELL, за да предотвратя
deadlock между паралелни BUY и SELL заявки. Ако все пак има конфликт, връщам 409.
Всички парични величини са Decimal, не float, така че няма грешки от закръгляне.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Алертите работят изцяло в памет за бързина. Когато ценовият tick дойде, проверявам
условията на всички alerts за този символ и при trigger атомарно маркирам в базата
и emit-вам Socket.IO event. Клиентът показва нативно desktop notification — изскачащ
прозорец, видим дори когато табът е минимизиран.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Отчетите са най-сложната част. Не пазя исторически цени в моята база — те се теглят
свежи от Kraken при всяко стартиране. После пускам order ledger-а на потребителя през
оста на времето и на всяка стъпка изчислявам стойност = cash + сума(amount * цена).
PDF-ът се рендерира със същия Chart.js, но в Node — така приложението и експортът
изглеждат еднакво.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Валидацията е защитена в дълбочина — Zod на ниво HTTP, повторни проверки на ниво
service след merge на PATCH-овете, и runtime guards в runner-а. Това означава, че
дори ако някой бъг прескочи Zod, runner-ът пак няма да върне 500 — ще върне
структуриран AppError с код 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Проектът беше много добра възможност да практикувам цялостен fullstack стек с
TypeScript от край до край. Най-интересни ми бяха решенията около атомарността на
сделките и архитектурата на alert engine-а. Възможни подобрения — кеширане на
исторически OHLC и поддръжка на лимитни поръчки.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Благодаря за вниманието. Целият source code е публичен на GitHub. Готов съм за въпроси.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CryptoSim</dc:title>
  <dc:subject>PptxGenJS Presentation</dc:subject>
  <dc:creator>Created by Marp</dc:creator>
  <cp:lastModifiedBy>Created by Marp</cp:lastModifiedBy>
  <cp:revision>1</cp:revision>
  <dcterms:created xsi:type="dcterms:W3CDTF">2026-06-28T19:39:21Z</dcterms:created>
  <dcterms:modified xsi:type="dcterms:W3CDTF">2026-06-28T19:39:21Z</dcterms:modified>
</cp:coreProperties>
</file>